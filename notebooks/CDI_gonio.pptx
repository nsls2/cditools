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9" autoAdjust="0"/>
    <p:restoredTop sz="94660"/>
  </p:normalViewPr>
  <p:slideViewPr>
    <p:cSldViewPr snapToGrid="0">
      <p:cViewPr>
        <p:scale>
          <a:sx n="150" d="100"/>
          <a:sy n="150" d="100"/>
        </p:scale>
        <p:origin x="39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612E0-036F-BD38-2BB2-6DEE6B629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E50464-BA38-3EC6-499F-CFE60C3E4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679BE-DB8E-7E7F-B3FA-75C8E5665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571F6-7450-4313-B855-66B1D9F6203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92133-F06B-3ED0-4CCA-C79E00850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DCC6E-532B-6D23-26FC-58290408B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83D-DEA3-4347-B8C4-2D799C25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239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5B7F6-C068-05AF-672F-078BCC085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7FC6D-6394-EEC7-02F0-646CFC0D6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F3B41-3E5D-192A-95FF-FA0788E86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571F6-7450-4313-B855-66B1D9F6203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CA1ED-9AB1-37E2-05AF-744011263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C5AD8-F98C-CDEA-C763-447453A21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83D-DEA3-4347-B8C4-2D799C25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58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03DEA-C7F2-8479-1887-4D64732AC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753EC-E6EC-481A-1EDE-25174D5F7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2445D-323C-FACA-6EE4-3E19B0080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571F6-7450-4313-B855-66B1D9F6203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CD3C8-DD72-1ED4-84E7-FD5F632CF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B66CF-522F-4253-1369-0F31B594C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83D-DEA3-4347-B8C4-2D799C25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61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FBE01-4071-C5A3-D5A0-6E0F1EA13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B1A8D-8B0E-69AE-66E9-126973CFB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46BC23-86BF-8C71-55EC-325B56BFC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DF84B-6D77-4DBB-9650-3719B669B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571F6-7450-4313-B855-66B1D9F6203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93BAFF-1F57-7A38-4FED-05AE3B978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92290-E173-C2FE-BD95-38BBD2ED3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83D-DEA3-4347-B8C4-2D799C25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014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8B8F7-5A3A-D8FB-8DE8-35E142B18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6919C-FB73-B7D5-A894-24B368022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6EE80-7761-B272-2977-CA0E9B5FE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FB22DD-6B21-E28C-2BC9-8A2977D62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41215-6013-CCCF-80B1-44F256869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4FBC6F-6054-8E01-62F8-2988DD13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571F6-7450-4313-B855-66B1D9F6203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E7F00E-581B-13AB-BCF5-E55299206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5BD43D-91F7-FAD3-9507-C0916B5A3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83D-DEA3-4347-B8C4-2D799C25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59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362CB-8244-8769-109E-71C82CD8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9577E0-419D-F1A3-3C00-F96B3FA2B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571F6-7450-4313-B855-66B1D9F6203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27549A-B429-E8F5-0C31-6B3F02D9A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3491BF-F264-75BB-2E70-798724E72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83D-DEA3-4347-B8C4-2D799C25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362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041C15-F105-786F-FADE-2063B518B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571F6-7450-4313-B855-66B1D9F6203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FE1C56-D8BA-8542-8E43-1BE3540A9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0A4DF-AD44-1918-5352-99BE20B5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83D-DEA3-4347-B8C4-2D799C25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85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AC78-AE2D-2CDA-8B08-DBBDAEE68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25A8D-3D6D-4965-3BB9-CDB180FCE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180CA7-C133-66D1-CC78-C6ECA78DB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B9BBD-56AC-C4DC-CE0E-1B370598D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571F6-7450-4313-B855-66B1D9F6203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05496-870E-5D73-5AE4-D9C37C99B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44D6D-8566-F2DD-0906-C9460241A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83D-DEA3-4347-B8C4-2D799C25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697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5364-872E-8B0F-4B55-DFD4B5AB4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6192FD-D294-B8ED-7470-7B919EC1F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44BFBD-7430-CE08-DF26-25E1E3C38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939D0-560C-32C8-5776-6B5684ED9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571F6-7450-4313-B855-66B1D9F6203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E2E28-60F0-6806-090F-06B05A5FE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0396C-CACE-45AD-EB51-955AD5537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83D-DEA3-4347-B8C4-2D799C25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39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A999F-C5B5-1D11-40E4-B77E2FAAC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C7DBA-3235-0C3C-D808-C408AFBEB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95051-4813-DE60-250D-7E93EEAB6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571F6-7450-4313-B855-66B1D9F6203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06C3B-5F14-E109-1E01-ED967641D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E5022-BD4D-6F05-18C7-F72E9AFCF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83D-DEA3-4347-B8C4-2D799C25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17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B86420-B026-4C2F-D380-4226CBEE4D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95A6BC-B3D1-BA83-7AFE-975AFF895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82870-1D00-DF95-6635-DDF80922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571F6-7450-4313-B855-66B1D9F6203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59133-EB2A-FC44-05A0-680AC5B18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29781-49DD-AE05-0E35-7252E6A09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083D-DEA3-4347-B8C4-2D799C25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32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14EA8E-3658-B29A-A804-B797F8C63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8EF98-8D47-5E38-E696-32D93DD7A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10046-3736-FD58-BDA1-42F080A17D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571F6-7450-4313-B855-66B1D9F6203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4D4C3-E57A-89C9-C9AC-233079540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CF167-1DB0-1000-8A62-AAB5C8F8B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E4083D-DEA3-4347-B8C4-2D799C25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87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C61573-F806-1D47-44EF-154C4AF48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5527"/>
          <a:stretch>
            <a:fillRect/>
          </a:stretch>
        </p:blipFill>
        <p:spPr>
          <a:xfrm>
            <a:off x="161636" y="56367"/>
            <a:ext cx="1531836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2917B9-47B1-472E-F504-F107BD31C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172" t="44664" r="25527" b="5232"/>
          <a:stretch>
            <a:fillRect/>
          </a:stretch>
        </p:blipFill>
        <p:spPr>
          <a:xfrm>
            <a:off x="212942" y="2931090"/>
            <a:ext cx="3753253" cy="372649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2D6319-C2D8-440B-9E99-E965EA559D83}"/>
              </a:ext>
            </a:extLst>
          </p:cNvPr>
          <p:cNvCxnSpPr>
            <a:cxnSpLocks/>
          </p:cNvCxnSpPr>
          <p:nvPr/>
        </p:nvCxnSpPr>
        <p:spPr>
          <a:xfrm>
            <a:off x="2398735" y="6031282"/>
            <a:ext cx="0" cy="363255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13F9AB4-095E-0A80-3E22-5C5C35A3764F}"/>
              </a:ext>
            </a:extLst>
          </p:cNvPr>
          <p:cNvSpPr txBox="1"/>
          <p:nvPr/>
        </p:nvSpPr>
        <p:spPr>
          <a:xfrm>
            <a:off x="1997904" y="6075122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0070C0"/>
                </a:solidFill>
              </a:rPr>
              <a:t>TY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E8E4B1-8C55-3B1A-AE37-6FD3C364DC19}"/>
              </a:ext>
            </a:extLst>
          </p:cNvPr>
          <p:cNvSpPr txBox="1"/>
          <p:nvPr/>
        </p:nvSpPr>
        <p:spPr>
          <a:xfrm>
            <a:off x="2737982" y="5420639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0070C0"/>
                </a:solidFill>
              </a:rPr>
              <a:t>TX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3101574-097A-D1BE-3273-32F4D1C69F85}"/>
              </a:ext>
            </a:extLst>
          </p:cNvPr>
          <p:cNvCxnSpPr>
            <a:cxnSpLocks/>
          </p:cNvCxnSpPr>
          <p:nvPr/>
        </p:nvCxnSpPr>
        <p:spPr>
          <a:xfrm flipH="1">
            <a:off x="2613766" y="5173249"/>
            <a:ext cx="248432" cy="340291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A36A64-0434-FB93-276B-803388F460EE}"/>
              </a:ext>
            </a:extLst>
          </p:cNvPr>
          <p:cNvCxnSpPr>
            <a:cxnSpLocks/>
          </p:cNvCxnSpPr>
          <p:nvPr/>
        </p:nvCxnSpPr>
        <p:spPr>
          <a:xfrm>
            <a:off x="2048006" y="4928992"/>
            <a:ext cx="396661" cy="169101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776DD15-8A93-A66A-B21E-1DDB39F4D913}"/>
              </a:ext>
            </a:extLst>
          </p:cNvPr>
          <p:cNvSpPr txBox="1"/>
          <p:nvPr/>
        </p:nvSpPr>
        <p:spPr>
          <a:xfrm>
            <a:off x="1955105" y="5067821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0070C0"/>
                </a:solidFill>
              </a:rPr>
              <a:t>TZ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53416E3-40AA-BAA0-DD8A-B4CCE02C928C}"/>
              </a:ext>
            </a:extLst>
          </p:cNvPr>
          <p:cNvSpPr/>
          <p:nvPr/>
        </p:nvSpPr>
        <p:spPr>
          <a:xfrm rot="8970938">
            <a:off x="1365514" y="3564972"/>
            <a:ext cx="438411" cy="457200"/>
          </a:xfrm>
          <a:prstGeom prst="arc">
            <a:avLst>
              <a:gd name="adj1" fmla="val 16200000"/>
              <a:gd name="adj2" fmla="val 426813"/>
            </a:avLst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A9620D26-36E3-8277-AF8C-66366EA20EBC}"/>
              </a:ext>
            </a:extLst>
          </p:cNvPr>
          <p:cNvSpPr/>
          <p:nvPr/>
        </p:nvSpPr>
        <p:spPr>
          <a:xfrm rot="4914455">
            <a:off x="2642992" y="3947266"/>
            <a:ext cx="438411" cy="457200"/>
          </a:xfrm>
          <a:prstGeom prst="arc">
            <a:avLst>
              <a:gd name="adj1" fmla="val 16200000"/>
              <a:gd name="adj2" fmla="val 426813"/>
            </a:avLst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99011A-E497-52C9-71EA-12BA39A73829}"/>
              </a:ext>
            </a:extLst>
          </p:cNvPr>
          <p:cNvSpPr txBox="1"/>
          <p:nvPr/>
        </p:nvSpPr>
        <p:spPr>
          <a:xfrm>
            <a:off x="1279845" y="4101776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0070C0"/>
                </a:solidFill>
              </a:rPr>
              <a:t>RX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7E92BA-BF78-D8D8-1A55-EFDFA6456083}"/>
              </a:ext>
            </a:extLst>
          </p:cNvPr>
          <p:cNvSpPr txBox="1"/>
          <p:nvPr/>
        </p:nvSpPr>
        <p:spPr>
          <a:xfrm>
            <a:off x="3054276" y="4377349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0070C0"/>
                </a:solidFill>
              </a:rPr>
              <a:t>RZ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BD9E773-2A3B-D621-4DD2-1200B73AF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309" t="907" r="30204" b="44414"/>
          <a:stretch>
            <a:fillRect/>
          </a:stretch>
        </p:blipFill>
        <p:spPr>
          <a:xfrm>
            <a:off x="4158642" y="339757"/>
            <a:ext cx="4048818" cy="5966290"/>
          </a:xfrm>
          <a:prstGeom prst="rect">
            <a:avLst/>
          </a:prstGeom>
        </p:spPr>
      </p:pic>
      <p:sp>
        <p:nvSpPr>
          <p:cNvPr id="32" name="Arc 31">
            <a:extLst>
              <a:ext uri="{FF2B5EF4-FFF2-40B4-BE49-F238E27FC236}">
                <a16:creationId xmlns:a16="http://schemas.microsoft.com/office/drawing/2014/main" id="{7BB644F2-853B-3E05-6E5D-2120073E253D}"/>
              </a:ext>
            </a:extLst>
          </p:cNvPr>
          <p:cNvSpPr/>
          <p:nvPr/>
        </p:nvSpPr>
        <p:spPr>
          <a:xfrm rot="16200000">
            <a:off x="5769708" y="5601496"/>
            <a:ext cx="128600" cy="457200"/>
          </a:xfrm>
          <a:prstGeom prst="arc">
            <a:avLst>
              <a:gd name="adj1" fmla="val 1863474"/>
              <a:gd name="adj2" fmla="val 426813"/>
            </a:avLst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70E3DE-CC62-D38D-8278-9AF42ECD3562}"/>
              </a:ext>
            </a:extLst>
          </p:cNvPr>
          <p:cNvSpPr txBox="1"/>
          <p:nvPr/>
        </p:nvSpPr>
        <p:spPr>
          <a:xfrm>
            <a:off x="5671171" y="5416736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/>
              <a:t>RY</a:t>
            </a:r>
            <a:endParaRPr lang="en-US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4435936-D314-058A-714D-8F3224BD799F}"/>
              </a:ext>
            </a:extLst>
          </p:cNvPr>
          <p:cNvCxnSpPr>
            <a:cxnSpLocks/>
          </p:cNvCxnSpPr>
          <p:nvPr/>
        </p:nvCxnSpPr>
        <p:spPr>
          <a:xfrm>
            <a:off x="5145370" y="4158394"/>
            <a:ext cx="485090" cy="81917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3CD6E8B-1724-5E84-C5C1-32146B0C0B29}"/>
              </a:ext>
            </a:extLst>
          </p:cNvPr>
          <p:cNvSpPr txBox="1"/>
          <p:nvPr/>
        </p:nvSpPr>
        <p:spPr>
          <a:xfrm>
            <a:off x="5145370" y="4269810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/>
              <a:t>TZ</a:t>
            </a:r>
            <a:endParaRPr lang="en-US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4877F19-A538-CA2F-1A11-B50C002DB0A0}"/>
              </a:ext>
            </a:extLst>
          </p:cNvPr>
          <p:cNvCxnSpPr>
            <a:cxnSpLocks/>
          </p:cNvCxnSpPr>
          <p:nvPr/>
        </p:nvCxnSpPr>
        <p:spPr>
          <a:xfrm flipV="1">
            <a:off x="6280511" y="3880184"/>
            <a:ext cx="573987" cy="17462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DC540F8-5218-2810-8A88-C3CD850FF881}"/>
              </a:ext>
            </a:extLst>
          </p:cNvPr>
          <p:cNvSpPr txBox="1"/>
          <p:nvPr/>
        </p:nvSpPr>
        <p:spPr>
          <a:xfrm>
            <a:off x="6457772" y="4061565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/>
              <a:t>TX</a:t>
            </a:r>
            <a:endParaRPr lang="en-US" dirty="0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34E7D9D4-2374-FB82-4C8B-01CDA52123F8}"/>
              </a:ext>
            </a:extLst>
          </p:cNvPr>
          <p:cNvSpPr/>
          <p:nvPr/>
        </p:nvSpPr>
        <p:spPr>
          <a:xfrm rot="8292334">
            <a:off x="5070423" y="2961946"/>
            <a:ext cx="438411" cy="457200"/>
          </a:xfrm>
          <a:prstGeom prst="arc">
            <a:avLst>
              <a:gd name="adj1" fmla="val 16200000"/>
              <a:gd name="adj2" fmla="val 426813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6AECE1-6DCC-5362-D695-9AF8BB1187AB}"/>
              </a:ext>
            </a:extLst>
          </p:cNvPr>
          <p:cNvSpPr txBox="1"/>
          <p:nvPr/>
        </p:nvSpPr>
        <p:spPr>
          <a:xfrm>
            <a:off x="5049942" y="3476128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/>
              <a:t>RX</a:t>
            </a:r>
            <a:endParaRPr lang="en-US" dirty="0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244E3DC8-0976-20FE-1206-4A30814DC068}"/>
              </a:ext>
            </a:extLst>
          </p:cNvPr>
          <p:cNvSpPr/>
          <p:nvPr/>
        </p:nvSpPr>
        <p:spPr>
          <a:xfrm rot="7635066">
            <a:off x="6450010" y="2569009"/>
            <a:ext cx="438411" cy="457200"/>
          </a:xfrm>
          <a:prstGeom prst="arc">
            <a:avLst>
              <a:gd name="adj1" fmla="val 16200000"/>
              <a:gd name="adj2" fmla="val 426813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E16BDEF-24BE-0798-EA22-F1289349FC1E}"/>
              </a:ext>
            </a:extLst>
          </p:cNvPr>
          <p:cNvSpPr txBox="1"/>
          <p:nvPr/>
        </p:nvSpPr>
        <p:spPr>
          <a:xfrm>
            <a:off x="6620609" y="3081967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/>
              <a:t>RZ</a:t>
            </a:r>
            <a:endParaRPr lang="en-US" dirty="0"/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356CCDA7-653C-CA9E-08DF-DF549BDC4CC5}"/>
              </a:ext>
            </a:extLst>
          </p:cNvPr>
          <p:cNvSpPr/>
          <p:nvPr/>
        </p:nvSpPr>
        <p:spPr>
          <a:xfrm rot="8032817">
            <a:off x="5472189" y="1418655"/>
            <a:ext cx="438411" cy="457200"/>
          </a:xfrm>
          <a:prstGeom prst="arc">
            <a:avLst>
              <a:gd name="adj1" fmla="val 16200000"/>
              <a:gd name="adj2" fmla="val 426813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4CDAAE-25E7-673A-39E2-B300E06E1B38}"/>
              </a:ext>
            </a:extLst>
          </p:cNvPr>
          <p:cNvSpPr txBox="1"/>
          <p:nvPr/>
        </p:nvSpPr>
        <p:spPr>
          <a:xfrm>
            <a:off x="5451708" y="1932837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RX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E5B585B1-FC69-82BC-592E-7B2187BD2E69}"/>
              </a:ext>
            </a:extLst>
          </p:cNvPr>
          <p:cNvSpPr/>
          <p:nvPr/>
        </p:nvSpPr>
        <p:spPr>
          <a:xfrm rot="7919893">
            <a:off x="6065275" y="1173575"/>
            <a:ext cx="438411" cy="457200"/>
          </a:xfrm>
          <a:prstGeom prst="arc">
            <a:avLst>
              <a:gd name="adj1" fmla="val 16200000"/>
              <a:gd name="adj2" fmla="val 426813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6C1D52C-08A8-8095-6A30-5F6A3E7C6EE0}"/>
              </a:ext>
            </a:extLst>
          </p:cNvPr>
          <p:cNvSpPr txBox="1"/>
          <p:nvPr/>
        </p:nvSpPr>
        <p:spPr>
          <a:xfrm>
            <a:off x="6200558" y="1686532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RZ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55D5077-1403-6BB6-1BEA-7D938591519D}"/>
              </a:ext>
            </a:extLst>
          </p:cNvPr>
          <p:cNvCxnSpPr>
            <a:cxnSpLocks/>
          </p:cNvCxnSpPr>
          <p:nvPr/>
        </p:nvCxnSpPr>
        <p:spPr>
          <a:xfrm>
            <a:off x="5909293" y="950446"/>
            <a:ext cx="0" cy="36325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9205F24-51D5-D166-34BD-3BF30D88DBBE}"/>
              </a:ext>
            </a:extLst>
          </p:cNvPr>
          <p:cNvSpPr txBox="1"/>
          <p:nvPr/>
        </p:nvSpPr>
        <p:spPr>
          <a:xfrm>
            <a:off x="5405847" y="981739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TY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430F21A-55D5-5C76-A080-C49905EC5118}"/>
              </a:ext>
            </a:extLst>
          </p:cNvPr>
          <p:cNvSpPr txBox="1"/>
          <p:nvPr/>
        </p:nvSpPr>
        <p:spPr>
          <a:xfrm>
            <a:off x="6569866" y="945144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TX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4A1E6BA-5C3C-C963-3D8C-F36D44C012F2}"/>
              </a:ext>
            </a:extLst>
          </p:cNvPr>
          <p:cNvCxnSpPr>
            <a:cxnSpLocks/>
          </p:cNvCxnSpPr>
          <p:nvPr/>
        </p:nvCxnSpPr>
        <p:spPr>
          <a:xfrm flipH="1" flipV="1">
            <a:off x="6062608" y="750586"/>
            <a:ext cx="493481" cy="148807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01F73E3-D650-D756-320C-87CD44E81B2E}"/>
              </a:ext>
            </a:extLst>
          </p:cNvPr>
          <p:cNvCxnSpPr>
            <a:cxnSpLocks/>
          </p:cNvCxnSpPr>
          <p:nvPr/>
        </p:nvCxnSpPr>
        <p:spPr>
          <a:xfrm flipV="1">
            <a:off x="5191073" y="679450"/>
            <a:ext cx="485827" cy="33342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C3647BAF-B60E-46F0-16E1-1ED52FFF8170}"/>
              </a:ext>
            </a:extLst>
          </p:cNvPr>
          <p:cNvSpPr txBox="1"/>
          <p:nvPr/>
        </p:nvSpPr>
        <p:spPr>
          <a:xfrm>
            <a:off x="4784951" y="558334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TZ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422EEA-8FBA-368C-312E-484B2F4423C1}"/>
              </a:ext>
            </a:extLst>
          </p:cNvPr>
          <p:cNvSpPr txBox="1"/>
          <p:nvPr/>
        </p:nvSpPr>
        <p:spPr>
          <a:xfrm>
            <a:off x="8485264" y="6118964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0070C0"/>
                </a:solidFill>
              </a:rPr>
              <a:t>TY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EFEF79D-4CE1-C70A-31B4-CE8AC5AB1123}"/>
              </a:ext>
            </a:extLst>
          </p:cNvPr>
          <p:cNvSpPr txBox="1"/>
          <p:nvPr/>
        </p:nvSpPr>
        <p:spPr>
          <a:xfrm>
            <a:off x="8485264" y="5713160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0070C0"/>
                </a:solidFill>
              </a:rPr>
              <a:t>TX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623FCBC-73E8-8088-243B-CC13C981B461}"/>
              </a:ext>
            </a:extLst>
          </p:cNvPr>
          <p:cNvSpPr txBox="1"/>
          <p:nvPr/>
        </p:nvSpPr>
        <p:spPr>
          <a:xfrm>
            <a:off x="8485264" y="5307360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0070C0"/>
                </a:solidFill>
              </a:rPr>
              <a:t>TZ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11994DA-342E-CEB5-BAF7-DA390E147792}"/>
              </a:ext>
            </a:extLst>
          </p:cNvPr>
          <p:cNvSpPr txBox="1"/>
          <p:nvPr/>
        </p:nvSpPr>
        <p:spPr>
          <a:xfrm>
            <a:off x="8485264" y="4495760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0070C0"/>
                </a:solidFill>
              </a:rPr>
              <a:t>RX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C3C289A-76C7-0120-9A9B-9388E73E0B65}"/>
              </a:ext>
            </a:extLst>
          </p:cNvPr>
          <p:cNvSpPr txBox="1"/>
          <p:nvPr/>
        </p:nvSpPr>
        <p:spPr>
          <a:xfrm>
            <a:off x="8485264" y="4901560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0070C0"/>
                </a:solidFill>
              </a:rPr>
              <a:t>RZ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26F457B-BCCA-19AD-D695-18B2AA8C06A2}"/>
              </a:ext>
            </a:extLst>
          </p:cNvPr>
          <p:cNvSpPr txBox="1"/>
          <p:nvPr/>
        </p:nvSpPr>
        <p:spPr>
          <a:xfrm>
            <a:off x="8485264" y="4089960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/>
              <a:t>RY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45FF99F-EB1E-8855-3CBD-35109DEEA69E}"/>
              </a:ext>
            </a:extLst>
          </p:cNvPr>
          <p:cNvSpPr txBox="1"/>
          <p:nvPr/>
        </p:nvSpPr>
        <p:spPr>
          <a:xfrm>
            <a:off x="8485264" y="3684160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/>
              <a:t>TZ</a:t>
            </a:r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D83D074-AF8D-0897-3BD6-3C790D88ABA0}"/>
              </a:ext>
            </a:extLst>
          </p:cNvPr>
          <p:cNvSpPr txBox="1"/>
          <p:nvPr/>
        </p:nvSpPr>
        <p:spPr>
          <a:xfrm>
            <a:off x="8485264" y="3278360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/>
              <a:t>TX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0B2827E-5CFF-C5F6-FE97-DE7420ADE3B6}"/>
              </a:ext>
            </a:extLst>
          </p:cNvPr>
          <p:cNvSpPr txBox="1"/>
          <p:nvPr/>
        </p:nvSpPr>
        <p:spPr>
          <a:xfrm>
            <a:off x="8485264" y="2872560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/>
              <a:t>RX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6B764F2-2177-B95F-A4CF-41FEC668BD35}"/>
              </a:ext>
            </a:extLst>
          </p:cNvPr>
          <p:cNvSpPr txBox="1"/>
          <p:nvPr/>
        </p:nvSpPr>
        <p:spPr>
          <a:xfrm>
            <a:off x="8485264" y="2466760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/>
              <a:t>RZ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E91557C-0B06-5AC8-4455-09C804E42C65}"/>
              </a:ext>
            </a:extLst>
          </p:cNvPr>
          <p:cNvSpPr txBox="1"/>
          <p:nvPr/>
        </p:nvSpPr>
        <p:spPr>
          <a:xfrm>
            <a:off x="8485264" y="2060960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RX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41C4451-492C-2C3E-969E-BD08473B7544}"/>
              </a:ext>
            </a:extLst>
          </p:cNvPr>
          <p:cNvSpPr txBox="1"/>
          <p:nvPr/>
        </p:nvSpPr>
        <p:spPr>
          <a:xfrm>
            <a:off x="8485264" y="1655160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RZ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B99F833-1628-7DC8-DAC1-CB5234D6382D}"/>
              </a:ext>
            </a:extLst>
          </p:cNvPr>
          <p:cNvSpPr txBox="1"/>
          <p:nvPr/>
        </p:nvSpPr>
        <p:spPr>
          <a:xfrm>
            <a:off x="8485264" y="1249360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TY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6E32047-73EB-C6C3-EA61-E3646EB4D0AA}"/>
              </a:ext>
            </a:extLst>
          </p:cNvPr>
          <p:cNvSpPr txBox="1"/>
          <p:nvPr/>
        </p:nvSpPr>
        <p:spPr>
          <a:xfrm>
            <a:off x="8485264" y="843560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TX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0E8EA6C-745F-BE59-F6B8-D999BEA4C581}"/>
              </a:ext>
            </a:extLst>
          </p:cNvPr>
          <p:cNvSpPr txBox="1"/>
          <p:nvPr/>
        </p:nvSpPr>
        <p:spPr>
          <a:xfrm>
            <a:off x="8485264" y="437760"/>
            <a:ext cx="325674" cy="275573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TZ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81D9B71-55D6-2BF0-6034-42987D7BC253}"/>
              </a:ext>
            </a:extLst>
          </p:cNvPr>
          <p:cNvSpPr txBox="1"/>
          <p:nvPr/>
        </p:nvSpPr>
        <p:spPr>
          <a:xfrm>
            <a:off x="8810938" y="6075122"/>
            <a:ext cx="287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gon.align.y</a:t>
            </a:r>
            <a:endParaRPr 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78325BE-B786-F0A4-EDB9-2BF8858464BC}"/>
              </a:ext>
            </a:extLst>
          </p:cNvPr>
          <p:cNvSpPr txBox="1"/>
          <p:nvPr/>
        </p:nvSpPr>
        <p:spPr>
          <a:xfrm>
            <a:off x="8810938" y="5669088"/>
            <a:ext cx="287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gon.align.</a:t>
            </a:r>
            <a:r>
              <a:rPr lang="en-US" altLang="zh-CN" dirty="0" err="1"/>
              <a:t>x</a:t>
            </a:r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D0A1EA5-B549-04E8-3542-C11AF803CB76}"/>
              </a:ext>
            </a:extLst>
          </p:cNvPr>
          <p:cNvSpPr txBox="1"/>
          <p:nvPr/>
        </p:nvSpPr>
        <p:spPr>
          <a:xfrm>
            <a:off x="8810938" y="373668"/>
            <a:ext cx="287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gon.sam.t_sm.lz</a:t>
            </a:r>
            <a:endParaRPr 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117696F-4F89-27D0-C748-DC1DD596307B}"/>
              </a:ext>
            </a:extLst>
          </p:cNvPr>
          <p:cNvSpPr txBox="1"/>
          <p:nvPr/>
        </p:nvSpPr>
        <p:spPr>
          <a:xfrm>
            <a:off x="8810938" y="796680"/>
            <a:ext cx="287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gon.sam.t_sm.lx</a:t>
            </a:r>
            <a:endParaRPr 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F0BA64A-D8EF-18FC-59A1-7875B9CD18EF}"/>
              </a:ext>
            </a:extLst>
          </p:cNvPr>
          <p:cNvSpPr txBox="1"/>
          <p:nvPr/>
        </p:nvSpPr>
        <p:spPr>
          <a:xfrm>
            <a:off x="8810938" y="1202714"/>
            <a:ext cx="287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gon.sam.ly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08EE814-4A81-3D04-4D68-ECEA73933176}"/>
              </a:ext>
            </a:extLst>
          </p:cNvPr>
          <p:cNvSpPr txBox="1"/>
          <p:nvPr/>
        </p:nvSpPr>
        <p:spPr>
          <a:xfrm>
            <a:off x="8810938" y="1608748"/>
            <a:ext cx="287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gon.sam.c_sm.lrz</a:t>
            </a:r>
            <a:endParaRPr lang="en-US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66F2802-B3DE-BA1E-15DF-C7843EA380F4}"/>
              </a:ext>
            </a:extLst>
          </p:cNvPr>
          <p:cNvSpPr txBox="1"/>
          <p:nvPr/>
        </p:nvSpPr>
        <p:spPr>
          <a:xfrm>
            <a:off x="8810938" y="2014782"/>
            <a:ext cx="287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gon.sam.c_sm.lrx</a:t>
            </a:r>
            <a:endParaRPr lang="en-US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0D5DC3D-C1EE-A8F1-961D-5455D948D1F2}"/>
              </a:ext>
            </a:extLst>
          </p:cNvPr>
          <p:cNvSpPr txBox="1"/>
          <p:nvPr/>
        </p:nvSpPr>
        <p:spPr>
          <a:xfrm>
            <a:off x="8810938" y="2420816"/>
            <a:ext cx="287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gon.sam.c_lg.lrz</a:t>
            </a:r>
            <a:endParaRPr lang="en-US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0844F7D-683E-DFB9-904F-12D213FA7996}"/>
              </a:ext>
            </a:extLst>
          </p:cNvPr>
          <p:cNvSpPr txBox="1"/>
          <p:nvPr/>
        </p:nvSpPr>
        <p:spPr>
          <a:xfrm>
            <a:off x="8810938" y="2826850"/>
            <a:ext cx="287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gon.sam.c_lg.lrx</a:t>
            </a:r>
            <a:endParaRPr 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1921A20-673F-CA9E-7019-57618BA46B99}"/>
              </a:ext>
            </a:extLst>
          </p:cNvPr>
          <p:cNvSpPr txBox="1"/>
          <p:nvPr/>
        </p:nvSpPr>
        <p:spPr>
          <a:xfrm>
            <a:off x="8810938" y="3232884"/>
            <a:ext cx="287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gon.sam.t_lg.lx</a:t>
            </a:r>
            <a:endParaRPr lang="en-US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7C64E12-8EA8-CC87-E575-8A3A46FCEADF}"/>
              </a:ext>
            </a:extLst>
          </p:cNvPr>
          <p:cNvSpPr txBox="1"/>
          <p:nvPr/>
        </p:nvSpPr>
        <p:spPr>
          <a:xfrm>
            <a:off x="8810938" y="3638918"/>
            <a:ext cx="287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gon.sam.t_lg.lz</a:t>
            </a:r>
            <a:endParaRPr lang="en-US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E4F0D6C-B77A-2FD1-D6C2-D5E2F5A405A5}"/>
              </a:ext>
            </a:extLst>
          </p:cNvPr>
          <p:cNvSpPr txBox="1"/>
          <p:nvPr/>
        </p:nvSpPr>
        <p:spPr>
          <a:xfrm>
            <a:off x="8810938" y="4044952"/>
            <a:ext cx="287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gon.sam.ry</a:t>
            </a:r>
            <a:endParaRPr lang="en-US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0EA1E6F-57F5-CD69-A024-3659735F6B36}"/>
              </a:ext>
            </a:extLst>
          </p:cNvPr>
          <p:cNvSpPr txBox="1"/>
          <p:nvPr/>
        </p:nvSpPr>
        <p:spPr>
          <a:xfrm>
            <a:off x="8810938" y="4450986"/>
            <a:ext cx="287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gon.align.rx</a:t>
            </a:r>
            <a:endParaRPr lang="en-US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A481864-9DE1-4CC7-6199-AB11674A7F5E}"/>
              </a:ext>
            </a:extLst>
          </p:cNvPr>
          <p:cNvSpPr txBox="1"/>
          <p:nvPr/>
        </p:nvSpPr>
        <p:spPr>
          <a:xfrm>
            <a:off x="8810938" y="4857020"/>
            <a:ext cx="287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gon.align.rz</a:t>
            </a:r>
            <a:endParaRPr lang="en-US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9AF4527-0AB3-98C4-9D2C-E23FECA67814}"/>
              </a:ext>
            </a:extLst>
          </p:cNvPr>
          <p:cNvSpPr txBox="1"/>
          <p:nvPr/>
        </p:nvSpPr>
        <p:spPr>
          <a:xfrm>
            <a:off x="8810938" y="5263054"/>
            <a:ext cx="287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gon.align.z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860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137</Words>
  <Application>Microsoft Office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 Gao</dc:creator>
  <cp:lastModifiedBy>Yuan Gao</cp:lastModifiedBy>
  <cp:revision>1</cp:revision>
  <dcterms:created xsi:type="dcterms:W3CDTF">2026-08-12T16:01:01Z</dcterms:created>
  <dcterms:modified xsi:type="dcterms:W3CDTF">2026-08-12T16:45:31Z</dcterms:modified>
</cp:coreProperties>
</file>